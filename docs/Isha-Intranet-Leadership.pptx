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with: this is an internal home for people serving at Isha. It is not a public website. Only Isha emails can sign in. v1 is simple — English only, no role system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eight tiles quickly. Stress that seven are already usable with sample data. HR and Raise a Ticket are in the menu so leadership can see the intended home, but the workflows are not built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live site if possible: dashboard calendar, an announcement card, then profile. The point is recognition — this looks like Isha — and usefulness — it knows the volunteer’s seva.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for a walkthrough and a priority call: HR and tickets first, then calendar and SSO. Do not dwell on the tech stack unless asked — it is a standard secure web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64038"/>
          </a:solidFill>
          <a:ln w="12700">
            <a:solidFill>
              <a:srgbClr val="4640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 w="12700">
            <a:solidFill>
              <a:srgbClr val="C45C26"/>
            </a:solidFill>
            <a:prstDash val="solid"/>
          </a:ln>
        </p:spPr>
      </p:sp>
      <p:pic>
        <p:nvPicPr>
          <p:cNvPr id="4" name="Image 0" descr="/Users/anaghavarhade/Documents/Work/isha-intranet/public/ish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417320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417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BRIEFING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Isha Intranet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640080" y="2880360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4D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for volunteers and staff to stay connected with the ashram — meetings, announcements, seva, and everyday needs.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40080" y="406908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3A362F"/>
          </a:solidFill>
          <a:ln w="12700">
            <a:solidFill>
              <a:srgbClr val="3A362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1248" y="4206240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IS FOR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41248" y="4526280"/>
            <a:ext cx="2980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Volunteers and staff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251960" y="406908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3A362F"/>
          </a:solidFill>
          <a:ln w="12700">
            <a:solidFill>
              <a:srgbClr val="3A362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53128" y="4206240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PEOPLE SIGN IN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453128" y="4526280"/>
            <a:ext cx="2980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@sadhguru.org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@sadhguru-ext.org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863840" y="406908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3A362F"/>
          </a:solidFill>
          <a:ln w="12700">
            <a:solidFill>
              <a:srgbClr val="3A362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65008" y="4206240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065008" y="4526280"/>
            <a:ext cx="2980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02920" y="6510528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Isha Intranet  ·  Leadership briefing  ·  September 2026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561320" y="651052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/  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4DED4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 w="12700">
            <a:solidFill>
              <a:srgbClr val="C45C26"/>
            </a:solidFill>
            <a:prstDash val="solid"/>
          </a:ln>
        </p:spPr>
      </p:sp>
      <p:pic>
        <p:nvPicPr>
          <p:cNvPr id="4" name="Image 0" descr="/Users/anaghavarhade/Documents/Work/isha-intranet/public/isha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92608"/>
            <a:ext cx="1051560" cy="420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84124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people can do today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02920" y="12984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tools for daily seva, plus two areas marked for the next release.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178308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F7F4EF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1783080"/>
            <a:ext cx="73152" cy="2011680"/>
          </a:xfrm>
          <a:prstGeom prst="rect">
            <a:avLst/>
          </a:prstGeom>
          <a:solidFill>
            <a:srgbClr val="C45C26"/>
          </a:solidFill>
          <a:ln w="12700">
            <a:solidFill>
              <a:srgbClr val="C45C2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04088" y="1947672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04088" y="2496312"/>
            <a:ext cx="23957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 on a month calendar, plus program suggestions from each person’s profile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83280" y="178308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F7F4EF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83280" y="1783080"/>
            <a:ext cx="73152" cy="2011680"/>
          </a:xfrm>
          <a:prstGeom prst="rect">
            <a:avLst/>
          </a:prstGeom>
          <a:solidFill>
            <a:srgbClr val="C45C26"/>
          </a:solidFill>
          <a:ln w="12700">
            <a:solidFill>
              <a:srgbClr val="C45C2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84448" y="1947672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Announcements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584448" y="2496312"/>
            <a:ext cx="23957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Ashram and center updates, presented in the same card style as isha.sadhguru.org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263640" y="178308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F7F4EF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1783080"/>
            <a:ext cx="73152" cy="2011680"/>
          </a:xfrm>
          <a:prstGeom prst="rect">
            <a:avLst/>
          </a:prstGeom>
          <a:solidFill>
            <a:srgbClr val="C45C26"/>
          </a:solidFill>
          <a:ln w="12700">
            <a:solidFill>
              <a:srgbClr val="C45C2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64808" y="1947672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 / Sell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464808" y="2496312"/>
            <a:ext cx="23957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Bicycles, cars, and everyday items between volunteers — with photos and “mark as sold”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9144000" y="178308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F7F4EF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144000" y="1783080"/>
            <a:ext cx="73152" cy="2011680"/>
          </a:xfrm>
          <a:prstGeom prst="rect">
            <a:avLst/>
          </a:prstGeom>
          <a:solidFill>
            <a:srgbClr val="C45C26"/>
          </a:solidFill>
          <a:ln w="12700">
            <a:solidFill>
              <a:srgbClr val="C45C2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345168" y="1947672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Yantra Care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345168" y="2496312"/>
            <a:ext cx="23957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someone to look after a yantra or sannidhi while traveling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02920" y="397764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F7F4EF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02920" y="3977640"/>
            <a:ext cx="73152" cy="2011680"/>
          </a:xfrm>
          <a:prstGeom prst="rect">
            <a:avLst/>
          </a:prstGeom>
          <a:solidFill>
            <a:srgbClr val="C45C26"/>
          </a:solidFill>
          <a:ln w="12700">
            <a:solidFill>
              <a:srgbClr val="C45C2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04088" y="4142232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Rent near Isha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04088" y="4690872"/>
            <a:ext cx="23957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 around the yoga center, with photos, address, and distance from IYC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3383280" y="397764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F7F4EF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383280" y="3977640"/>
            <a:ext cx="73152" cy="2011680"/>
          </a:xfrm>
          <a:prstGeom prst="rect">
            <a:avLst/>
          </a:prstGeom>
          <a:solidFill>
            <a:srgbClr val="C45C26"/>
          </a:solidFill>
          <a:ln w="12700">
            <a:solidFill>
              <a:srgbClr val="C45C2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584448" y="4142232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Profile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3584448" y="4690872"/>
            <a:ext cx="23957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photo, skills, programs volunteered for, and programs completed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6263640" y="397764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F7F4EF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263640" y="3977640"/>
            <a:ext cx="73152" cy="2011680"/>
          </a:xfrm>
          <a:prstGeom prst="rect">
            <a:avLst/>
          </a:prstGeom>
          <a:solidFill>
            <a:srgbClr val="C45C26"/>
          </a:solidFill>
          <a:ln w="12700">
            <a:solidFill>
              <a:srgbClr val="C45C2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464808" y="4142232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Donations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464808" y="4690872"/>
            <a:ext cx="23957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drives and drop-off details — first drive is 22 September 2026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9144000" y="397764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F7F4EF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144000" y="3977640"/>
            <a:ext cx="73152" cy="2011680"/>
          </a:xfrm>
          <a:prstGeom prst="rect">
            <a:avLst/>
          </a:prstGeom>
          <a:solidFill>
            <a:srgbClr val="C45C26"/>
          </a:solidFill>
          <a:ln w="12700">
            <a:solidFill>
              <a:srgbClr val="C45C2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345168" y="4142232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Next: HR &amp; tickets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9345168" y="4690872"/>
            <a:ext cx="23957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Leave, policies, and IT or facilities requests — pages are ready, workflows come next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502920" y="6510528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Isha Intranet  ·  Leadership briefing  ·  September 2026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10561320" y="651052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/  4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4DED4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 w="12700">
            <a:solidFill>
              <a:srgbClr val="C45C26"/>
            </a:solidFill>
            <a:prstDash val="solid"/>
          </a:ln>
        </p:spPr>
      </p:sp>
      <p:pic>
        <p:nvPicPr>
          <p:cNvPr id="4" name="Image 0" descr="/Users/anaghavarhade/Documents/Work/isha-intranet/public/isha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92608"/>
            <a:ext cx="1051560" cy="420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8412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Familiar to anyone who knows Isha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02920" y="12984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look follows isha.sadhguru.org, so the intranet feels official — not like a separate product.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1783080"/>
            <a:ext cx="5532120" cy="1965960"/>
          </a:xfrm>
          <a:prstGeom prst="roundRect">
            <a:avLst>
              <a:gd name="adj" fmla="val 3721"/>
            </a:avLst>
          </a:prstGeom>
          <a:solidFill>
            <a:srgbClr val="F7F4EF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" y="19842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8952" y="2286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Isha visual language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58952" y="271576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Cream ground, ink type, terracotta accent, and the official wordmark. Announcement cards follow the live events site.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63640" y="1783080"/>
            <a:ext cx="5532120" cy="1965960"/>
          </a:xfrm>
          <a:prstGeom prst="roundRect">
            <a:avLst>
              <a:gd name="adj" fmla="val 3721"/>
            </a:avLst>
          </a:prstGeom>
          <a:solidFill>
            <a:srgbClr val="F7F4EF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19672" y="19842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519672" y="2286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day that is easy to scan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519672" y="271576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places the month calendar beside that day’s meetings, so people see what is coming without hunting through lists.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3931920"/>
            <a:ext cx="5532120" cy="1965960"/>
          </a:xfrm>
          <a:prstGeom prst="roundRect">
            <a:avLst>
              <a:gd name="adj" fmla="val 3721"/>
            </a:avLst>
          </a:prstGeom>
          <a:solidFill>
            <a:srgbClr val="F7F4EF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58952" y="41330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58952" y="4434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Seva that remembers the person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758952" y="486460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holds skills and programs served. The dashboard then suggests the next three programs that fit that person.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263640" y="3931920"/>
            <a:ext cx="5532120" cy="1965960"/>
          </a:xfrm>
          <a:prstGeom prst="roundRect">
            <a:avLst>
              <a:gd name="adj" fmla="val 3721"/>
            </a:avLst>
          </a:prstGeom>
          <a:solidFill>
            <a:srgbClr val="F7F4EF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19672" y="41330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519672" y="4434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Everyday life around the ashram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519672" y="486460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Buy/Sell, Yantra Care, and Rent sit in simple photo cards. Donations lists the next drive and what to bring.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02920" y="6510528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Isha Intranet  ·  Leadership briefing  ·  September 2026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561320" y="651052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/  4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4DED4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 w="12700">
            <a:solidFill>
              <a:srgbClr val="C45C26"/>
            </a:solidFill>
            <a:prstDash val="solid"/>
          </a:ln>
        </p:spPr>
      </p:sp>
      <p:pic>
        <p:nvPicPr>
          <p:cNvPr id="4" name="Image 0" descr="/Users/anaghavarhade/Documents/Work/isha-intranet/public/isha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92608"/>
            <a:ext cx="1051560" cy="420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8412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use, with a clear next step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02920" y="12984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 web app for Isha emails only. Sample data is in place so leadership can walk through the full experience.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1783080"/>
            <a:ext cx="5532120" cy="4297680"/>
          </a:xfrm>
          <a:prstGeom prst="roundRect">
            <a:avLst>
              <a:gd name="adj" fmla="val 1702"/>
            </a:avLst>
          </a:prstGeom>
          <a:solidFill>
            <a:srgbClr val="464038"/>
          </a:solidFill>
          <a:ln w="12700">
            <a:solidFill>
              <a:srgbClr val="46403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2011680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OF LEADERSHIP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2359152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7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Walk through the live intranet and confirm this is the right first home.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77240" y="33832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5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43000" y="33832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D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v1 simple: no roles, English only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77240" y="404164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5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43000" y="40416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D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HR and Raise a Ticket next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77240" y="470001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5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43000" y="470001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D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Later: Google Calendar, Google / Apple sign-in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263640" y="1783080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F7F4EF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92240" y="189280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HR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492240" y="220370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Leave, policies, and people — the tab is already in the sidebar.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263640" y="2862072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F7F4EF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9718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Raise a Ticket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492240" y="328269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IT, facilities, and other requests from one place.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263640" y="3941064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F7F4EF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92240" y="405079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Meetings from Google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492240" y="436168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sample meetings with the real ashram calendar.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263640" y="5020056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F7F4EF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512978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Easier sign-in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492240" y="54406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and Apple login when we are ready to turn them on.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02920" y="6510528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Isha Intranet  ·  Leadership briefing  ·  September 2026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0561320" y="651052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/  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Isha Intranet — Leadership briefing</dc:title>
  <dc:subject>One home for Isha volunteers and staff</dc:subject>
  <dc:creator>Isha Intranet</dc:creator>
  <cp:lastModifiedBy>Isha Intranet</cp:lastModifiedBy>
  <cp:revision>1</cp:revision>
  <dcterms:created xsi:type="dcterms:W3CDTF">2026-09-22T06:48:23Z</dcterms:created>
  <dcterms:modified xsi:type="dcterms:W3CDTF">2026-09-22T06:48:23Z</dcterms:modified>
</cp:coreProperties>
</file>